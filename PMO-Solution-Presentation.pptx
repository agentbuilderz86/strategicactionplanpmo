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PMO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Pilotage de Plan d'Action Stratégique Multi-pays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CFF"/>
                </a:solidFill>
              </a:rPr>
              <a:t>Solution de pilotage PMO collaborative et intelligente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Vue d'ensemble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Dashboard exécutif avec KPIs et heatmap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Gestion complète du plan d'actions (CRUD, import/export)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Analyses multi-axes et drill-down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Planification visuelle (Gantt, calendrier)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Gestion Agile (sprints, backlog, Kanban)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Reporting budgétaire avancé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Workflow de validation hiérarchique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✓ Habilitations fines et contrôle d'accès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Dashboard Exécutif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KPIs en temps réel • Heatmap Pays × Axes • Graphiques comparés • Points d'attention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Gestion du Plan d'Actions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Fonctionnalités principales 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Arborescence hiérarchique (5+ niveaux)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CRUD complet via drawer avec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Snapshots d'avancement pour tendance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Flag « en retard » automatique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Export CSV/Excel et import avec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Analyses Multi-axes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Explorez vos données selon différentes dimensions :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Architecture Technique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Next.js 14 + React 18 + TypeScript + Tailwind 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Visualisation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Recharts (charts) + SVG custom (Gantt)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Route Handlers Next.js (REST) + OpenAPI v1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ORM / 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468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Prisma 5 + PostgreSQL 16 (Neon/Supabase)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926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NextAuth 4.x (JWT) + Zod (validation)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383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Vitest + TypeScript strict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840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Netlify + @netlify/plugin-nextjs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Sécurité &amp; Conformité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🔐 Authentification JWT + bcrypt (coût 12)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🔒 Politique MDP forte + verrouillage compte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📋 Audit complet (connexions + actions)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🛡️  Headers de sécurité (HSTS, CSP, X-Frame-Options)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👥 Habilitations fines (lecture/saisie/validation)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🌍 Conformité CPS n°15 NARSA (32 exigences)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71% conformes + 19% en cours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Conformité Fonctionnelle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38 exigences fonctionnelles du cahier des charges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201168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Oui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71.1%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01168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 Partiel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21.1%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035040" y="1554480"/>
            <a:ext cx="201168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❌ Non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7.9%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27 exigences pleinement conformes • 8 en cours • 3 décisions infra requises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Matrice CPS n°15 NARSA/2026 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✅ 23 exigences CPS conformes (71.9%)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🟡 6 exigences en cours (18.8%)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⬜ 3 exigences à décider (9.4%)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Roadmap &amp; Prochaines Étapes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Horizon 1 — Refonte UX &amp; quick wins (4-6 sem.)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Vue "Ma journée" par rôle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Check-in hebdomadaire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Command palette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Insights simples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Horizon 2 — Moteur d'insights (6-10 sem.)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37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Score de risque explicable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Centre d'alertes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977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Digest hebdo 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297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Seuils configurables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Horizon 3 — Populations &amp; adoption (8-12 sem.)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5166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Module Population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5486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Pulses d'adoption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58064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Radar réceptivité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6126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 • Playbooks remédiation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Solution PMO clé en main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CFF"/>
                </a:solidFill>
              </a:rPr>
              <a:t>Pilotage intelligent • Multi-pays • Conforme • Sécurisée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CFF"/>
                </a:solidFill>
              </a:rPr>
              <a:t>Prête pour l'exploitation en production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2026-07-14T09:35:22Z</dcterms:created>
  <dcterms:modified xsi:type="dcterms:W3CDTF">2026-07-14T09:35:22Z</dcterms:modified>
</cp:coreProperties>
</file>